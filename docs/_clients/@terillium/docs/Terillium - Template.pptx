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716" r:id="rId5"/>
  </p:sldMasterIdLst>
  <p:notesMasterIdLst>
    <p:notesMasterId r:id="rId26"/>
  </p:notesMasterIdLst>
  <p:handoutMasterIdLst>
    <p:handoutMasterId r:id="rId27"/>
  </p:handoutMasterIdLst>
  <p:sldIdLst>
    <p:sldId id="257" r:id="rId6"/>
    <p:sldId id="1482" r:id="rId7"/>
    <p:sldId id="317" r:id="rId8"/>
    <p:sldId id="1449" r:id="rId9"/>
    <p:sldId id="1456" r:id="rId10"/>
    <p:sldId id="1454" r:id="rId11"/>
    <p:sldId id="1415" r:id="rId12"/>
    <p:sldId id="1457" r:id="rId13"/>
    <p:sldId id="1458" r:id="rId14"/>
    <p:sldId id="1459" r:id="rId15"/>
    <p:sldId id="1460" r:id="rId16"/>
    <p:sldId id="1461" r:id="rId17"/>
    <p:sldId id="1462" r:id="rId18"/>
    <p:sldId id="1479" r:id="rId19"/>
    <p:sldId id="1621" r:id="rId20"/>
    <p:sldId id="1622" r:id="rId21"/>
    <p:sldId id="1623" r:id="rId22"/>
    <p:sldId id="1624" r:id="rId23"/>
    <p:sldId id="1480" r:id="rId24"/>
    <p:sldId id="148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out Us" id="{76209981-363F-7047-9A46-2069336652B1}">
          <p14:sldIdLst>
            <p14:sldId id="257"/>
            <p14:sldId id="1482"/>
            <p14:sldId id="317"/>
            <p14:sldId id="1449"/>
            <p14:sldId id="1456"/>
            <p14:sldId id="1454"/>
            <p14:sldId id="1415"/>
            <p14:sldId id="1457"/>
            <p14:sldId id="1458"/>
            <p14:sldId id="1459"/>
            <p14:sldId id="1460"/>
            <p14:sldId id="1461"/>
            <p14:sldId id="1462"/>
          </p14:sldIdLst>
        </p14:section>
        <p14:section name="NetSuite" id="{4B0E8765-DDC6-1D42-A058-6AFA851FB127}">
          <p14:sldIdLst>
            <p14:sldId id="1479"/>
            <p14:sldId id="1621"/>
            <p14:sldId id="1622"/>
            <p14:sldId id="1623"/>
            <p14:sldId id="1624"/>
            <p14:sldId id="1480"/>
            <p14:sldId id="148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6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5897"/>
  </p:normalViewPr>
  <p:slideViewPr>
    <p:cSldViewPr snapToGrid="0" snapToObjects="1">
      <p:cViewPr varScale="1">
        <p:scale>
          <a:sx n="80" d="100"/>
          <a:sy n="80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9" d="100"/>
          <a:sy n="89" d="100"/>
        </p:scale>
        <p:origin x="2432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 /><Relationship Id="rId13" Type="http://schemas.openxmlformats.org/officeDocument/2006/relationships/slide" Target="slides/slide8.xml" /><Relationship Id="rId18" Type="http://schemas.openxmlformats.org/officeDocument/2006/relationships/slide" Target="slides/slide13.xml" /><Relationship Id="rId26" Type="http://schemas.openxmlformats.org/officeDocument/2006/relationships/notesMaster" Target="notesMasters/notesMaster1.xml" /><Relationship Id="rId3" Type="http://schemas.openxmlformats.org/officeDocument/2006/relationships/customXml" Target="../customXml/item3.xml" /><Relationship Id="rId21" Type="http://schemas.openxmlformats.org/officeDocument/2006/relationships/slide" Target="slides/slide16.xml" /><Relationship Id="rId7" Type="http://schemas.openxmlformats.org/officeDocument/2006/relationships/slide" Target="slides/slide2.xml" /><Relationship Id="rId12" Type="http://schemas.openxmlformats.org/officeDocument/2006/relationships/slide" Target="slides/slide7.xml" /><Relationship Id="rId17" Type="http://schemas.openxmlformats.org/officeDocument/2006/relationships/slide" Target="slides/slide12.xml" /><Relationship Id="rId25" Type="http://schemas.openxmlformats.org/officeDocument/2006/relationships/slide" Target="slides/slide20.xml" /><Relationship Id="rId2" Type="http://schemas.openxmlformats.org/officeDocument/2006/relationships/customXml" Target="../customXml/item2.xml" /><Relationship Id="rId16" Type="http://schemas.openxmlformats.org/officeDocument/2006/relationships/slide" Target="slides/slide11.xml" /><Relationship Id="rId20" Type="http://schemas.openxmlformats.org/officeDocument/2006/relationships/slide" Target="slides/slide15.xml" /><Relationship Id="rId29" Type="http://schemas.openxmlformats.org/officeDocument/2006/relationships/viewProps" Target="viewProps.xml" /><Relationship Id="rId1" Type="http://schemas.openxmlformats.org/officeDocument/2006/relationships/customXml" Target="../customXml/item1.xml" /><Relationship Id="rId6" Type="http://schemas.openxmlformats.org/officeDocument/2006/relationships/slide" Target="slides/slide1.xml" /><Relationship Id="rId11" Type="http://schemas.openxmlformats.org/officeDocument/2006/relationships/slide" Target="slides/slide6.xml" /><Relationship Id="rId24" Type="http://schemas.openxmlformats.org/officeDocument/2006/relationships/slide" Target="slides/slide19.xml" /><Relationship Id="rId5" Type="http://schemas.openxmlformats.org/officeDocument/2006/relationships/slideMaster" Target="slideMasters/slideMaster2.xml" /><Relationship Id="rId15" Type="http://schemas.openxmlformats.org/officeDocument/2006/relationships/slide" Target="slides/slide10.xml" /><Relationship Id="rId23" Type="http://schemas.openxmlformats.org/officeDocument/2006/relationships/slide" Target="slides/slide18.xml" /><Relationship Id="rId28" Type="http://schemas.openxmlformats.org/officeDocument/2006/relationships/presProps" Target="presProps.xml" /><Relationship Id="rId10" Type="http://schemas.openxmlformats.org/officeDocument/2006/relationships/slide" Target="slides/slide5.xml" /><Relationship Id="rId19" Type="http://schemas.openxmlformats.org/officeDocument/2006/relationships/slide" Target="slides/slide14.xml" /><Relationship Id="rId31" Type="http://schemas.openxmlformats.org/officeDocument/2006/relationships/tableStyles" Target="tableStyles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4.xml" /><Relationship Id="rId14" Type="http://schemas.openxmlformats.org/officeDocument/2006/relationships/slide" Target="slides/slide9.xml" /><Relationship Id="rId22" Type="http://schemas.openxmlformats.org/officeDocument/2006/relationships/slide" Target="slides/slide17.xml" /><Relationship Id="rId27" Type="http://schemas.openxmlformats.org/officeDocument/2006/relationships/handoutMaster" Target="handoutMasters/handoutMaster1.xml" /><Relationship Id="rId30" Type="http://schemas.openxmlformats.org/officeDocument/2006/relationships/theme" Target="theme/theme1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7A35114-C0D3-DD4A-9282-DE7E7EF8A9C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90E54B-164D-A74F-8997-E67028802AC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94A51E-DF37-D849-9B89-9A2FAD9363AD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C5618A-82A4-FE4E-97C0-CB3903B26A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3C9D68-0076-8942-A9DD-B20C39FA4AC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D404F0-02A3-F34C-B818-A6B46F15E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2396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CAD623-6481-5149-A457-6C3C74477928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C306A2-C7DF-E84E-B89E-0A2B0F78C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61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C306A2-C7DF-E84E-B89E-0A2B0F78CA1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121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AE083E-C9B0-4FC4-8E62-4AD5188A361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65414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AE083E-C9B0-4FC4-8E62-4AD5188A361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9904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 /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 /><Relationship Id="rId1" Type="http://schemas.openxmlformats.org/officeDocument/2006/relationships/slideMaster" Target="../slideMasters/slideMaster2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 /><Relationship Id="rId1" Type="http://schemas.openxmlformats.org/officeDocument/2006/relationships/slideMaster" Target="../slideMasters/slideMaster2.xml" 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 /><Relationship Id="rId1" Type="http://schemas.openxmlformats.org/officeDocument/2006/relationships/slideMaster" Target="../slideMasters/slideMaster2.xml" 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 /><Relationship Id="rId1" Type="http://schemas.openxmlformats.org/officeDocument/2006/relationships/slideMaster" Target="../slideMasters/slideMaster2.xml" 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 /><Relationship Id="rId1" Type="http://schemas.openxmlformats.org/officeDocument/2006/relationships/slideMaster" Target="../slideMasters/slideMaster2.xml" 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 /><Relationship Id="rId1" Type="http://schemas.openxmlformats.org/officeDocument/2006/relationships/slideMaster" Target="../slideMasters/slideMaster2.xml" 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 /><Relationship Id="rId1" Type="http://schemas.openxmlformats.org/officeDocument/2006/relationships/slideMaster" Target="../slideMasters/slideMaster2.xml" 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 /><Relationship Id="rId1" Type="http://schemas.openxmlformats.org/officeDocument/2006/relationships/slideMaster" Target="../slideMasters/slideMaster2.xml" 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2441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3F069-66FB-0B47-8126-1436220AB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7C2158-1AD9-3F43-B390-036730C60687}"/>
              </a:ext>
            </a:extLst>
          </p:cNvPr>
          <p:cNvSpPr txBox="1"/>
          <p:nvPr userDrawn="1"/>
        </p:nvSpPr>
        <p:spPr>
          <a:xfrm>
            <a:off x="381000" y="6611779"/>
            <a:ext cx="23295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©️ Terillium, Inc.</a:t>
            </a:r>
          </a:p>
        </p:txBody>
      </p:sp>
    </p:spTree>
    <p:extLst>
      <p:ext uri="{BB962C8B-B14F-4D97-AF65-F5344CB8AC3E}">
        <p14:creationId xmlns:p14="http://schemas.microsoft.com/office/powerpoint/2010/main" val="1143858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3F069-66FB-0B47-8126-1436220AB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4BCBA4-A379-B947-A988-8AA17876252E}"/>
              </a:ext>
            </a:extLst>
          </p:cNvPr>
          <p:cNvSpPr txBox="1"/>
          <p:nvPr userDrawn="1"/>
        </p:nvSpPr>
        <p:spPr>
          <a:xfrm>
            <a:off x="381000" y="6611779"/>
            <a:ext cx="23295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©️ Terillium, Inc. </a:t>
            </a:r>
          </a:p>
        </p:txBody>
      </p:sp>
    </p:spTree>
    <p:extLst>
      <p:ext uri="{BB962C8B-B14F-4D97-AF65-F5344CB8AC3E}">
        <p14:creationId xmlns:p14="http://schemas.microsoft.com/office/powerpoint/2010/main" val="595557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3F069-66FB-0B47-8126-1436220AB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7113C4-CD4D-2840-A63A-1C9C9D94BBA5}"/>
              </a:ext>
            </a:extLst>
          </p:cNvPr>
          <p:cNvSpPr txBox="1"/>
          <p:nvPr userDrawn="1"/>
        </p:nvSpPr>
        <p:spPr>
          <a:xfrm>
            <a:off x="381000" y="6611779"/>
            <a:ext cx="23295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©️ Terillium, Inc. </a:t>
            </a:r>
          </a:p>
        </p:txBody>
      </p:sp>
    </p:spTree>
    <p:extLst>
      <p:ext uri="{BB962C8B-B14F-4D97-AF65-F5344CB8AC3E}">
        <p14:creationId xmlns:p14="http://schemas.microsoft.com/office/powerpoint/2010/main" val="971189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3F069-66FB-0B47-8126-1436220AB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064661-34FE-304B-90BB-EF9ABD5CFB38}"/>
              </a:ext>
            </a:extLst>
          </p:cNvPr>
          <p:cNvSpPr txBox="1"/>
          <p:nvPr userDrawn="1"/>
        </p:nvSpPr>
        <p:spPr>
          <a:xfrm>
            <a:off x="381000" y="6611779"/>
            <a:ext cx="23295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2661"/>
                </a:solidFill>
              </a:rPr>
              <a:t>©️ Terillium, Inc. </a:t>
            </a:r>
          </a:p>
        </p:txBody>
      </p:sp>
    </p:spTree>
    <p:extLst>
      <p:ext uri="{BB962C8B-B14F-4D97-AF65-F5344CB8AC3E}">
        <p14:creationId xmlns:p14="http://schemas.microsoft.com/office/powerpoint/2010/main" val="1118465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3F069-66FB-0B47-8126-1436220AB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63AA9A-AEEB-2B43-A975-240A5EB2E906}"/>
              </a:ext>
            </a:extLst>
          </p:cNvPr>
          <p:cNvSpPr txBox="1"/>
          <p:nvPr userDrawn="1"/>
        </p:nvSpPr>
        <p:spPr>
          <a:xfrm>
            <a:off x="381000" y="6611779"/>
            <a:ext cx="23295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©️ Terillium, Inc. </a:t>
            </a:r>
          </a:p>
        </p:txBody>
      </p:sp>
    </p:spTree>
    <p:extLst>
      <p:ext uri="{BB962C8B-B14F-4D97-AF65-F5344CB8AC3E}">
        <p14:creationId xmlns:p14="http://schemas.microsoft.com/office/powerpoint/2010/main" val="4141566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3F069-66FB-0B47-8126-1436220AB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16916D-7D67-0B43-A96C-B15D6962C171}"/>
              </a:ext>
            </a:extLst>
          </p:cNvPr>
          <p:cNvSpPr txBox="1"/>
          <p:nvPr userDrawn="1"/>
        </p:nvSpPr>
        <p:spPr>
          <a:xfrm>
            <a:off x="381000" y="6611779"/>
            <a:ext cx="23295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©️ Terillium, Inc. </a:t>
            </a:r>
          </a:p>
        </p:txBody>
      </p:sp>
    </p:spTree>
    <p:extLst>
      <p:ext uri="{BB962C8B-B14F-4D97-AF65-F5344CB8AC3E}">
        <p14:creationId xmlns:p14="http://schemas.microsoft.com/office/powerpoint/2010/main" val="3154143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3F069-66FB-0B47-8126-1436220AB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2E417E-435A-4749-8593-552CB3D2052C}"/>
              </a:ext>
            </a:extLst>
          </p:cNvPr>
          <p:cNvSpPr txBox="1"/>
          <p:nvPr userDrawn="1"/>
        </p:nvSpPr>
        <p:spPr>
          <a:xfrm>
            <a:off x="381000" y="6611779"/>
            <a:ext cx="23295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©️ Terillium, Inc. </a:t>
            </a:r>
          </a:p>
        </p:txBody>
      </p:sp>
    </p:spTree>
    <p:extLst>
      <p:ext uri="{BB962C8B-B14F-4D97-AF65-F5344CB8AC3E}">
        <p14:creationId xmlns:p14="http://schemas.microsoft.com/office/powerpoint/2010/main" val="1805693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3F069-66FB-0B47-8126-1436220AB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847FA1-96FB-564C-8124-A91C9FF4A1B6}"/>
              </a:ext>
            </a:extLst>
          </p:cNvPr>
          <p:cNvSpPr txBox="1"/>
          <p:nvPr userDrawn="1"/>
        </p:nvSpPr>
        <p:spPr>
          <a:xfrm>
            <a:off x="381000" y="6611779"/>
            <a:ext cx="23295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2661"/>
                </a:solidFill>
              </a:rPr>
              <a:t>©️ Terillium, Inc. </a:t>
            </a:r>
          </a:p>
        </p:txBody>
      </p:sp>
    </p:spTree>
    <p:extLst>
      <p:ext uri="{BB962C8B-B14F-4D97-AF65-F5344CB8AC3E}">
        <p14:creationId xmlns:p14="http://schemas.microsoft.com/office/powerpoint/2010/main" val="1523289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32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5123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79931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2086748-56E6-5249-8630-9E9C15B3F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5DBE29-7AF6-824A-ADAB-2CEB1D9E4645}"/>
              </a:ext>
            </a:extLst>
          </p:cNvPr>
          <p:cNvSpPr txBox="1"/>
          <p:nvPr userDrawn="1"/>
        </p:nvSpPr>
        <p:spPr>
          <a:xfrm>
            <a:off x="381000" y="6611779"/>
            <a:ext cx="23295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©️ Terillium, Inc. </a:t>
            </a:r>
          </a:p>
        </p:txBody>
      </p:sp>
    </p:spTree>
    <p:extLst>
      <p:ext uri="{BB962C8B-B14F-4D97-AF65-F5344CB8AC3E}">
        <p14:creationId xmlns:p14="http://schemas.microsoft.com/office/powerpoint/2010/main" val="42128894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2086748-56E6-5249-8630-9E9C15B3F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9BC204-AF85-6A4A-A424-4899958CAC61}"/>
              </a:ext>
            </a:extLst>
          </p:cNvPr>
          <p:cNvSpPr txBox="1"/>
          <p:nvPr userDrawn="1"/>
        </p:nvSpPr>
        <p:spPr>
          <a:xfrm>
            <a:off x="381000" y="6611779"/>
            <a:ext cx="23295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©️ Terillium, Inc. </a:t>
            </a:r>
          </a:p>
        </p:txBody>
      </p:sp>
    </p:spTree>
    <p:extLst>
      <p:ext uri="{BB962C8B-B14F-4D97-AF65-F5344CB8AC3E}">
        <p14:creationId xmlns:p14="http://schemas.microsoft.com/office/powerpoint/2010/main" val="32131075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2086748-56E6-5249-8630-9E9C15B3F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6D2D68-EA11-D245-8287-548824D0D081}"/>
              </a:ext>
            </a:extLst>
          </p:cNvPr>
          <p:cNvSpPr txBox="1"/>
          <p:nvPr userDrawn="1"/>
        </p:nvSpPr>
        <p:spPr>
          <a:xfrm>
            <a:off x="381000" y="6611779"/>
            <a:ext cx="23295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©️ Terillium, Inc. </a:t>
            </a:r>
          </a:p>
        </p:txBody>
      </p:sp>
    </p:spTree>
    <p:extLst>
      <p:ext uri="{BB962C8B-B14F-4D97-AF65-F5344CB8AC3E}">
        <p14:creationId xmlns:p14="http://schemas.microsoft.com/office/powerpoint/2010/main" val="1602165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2086748-56E6-5249-8630-9E9C15B3F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C48348-FBA8-6E4E-96EF-BFE8D675095B}"/>
              </a:ext>
            </a:extLst>
          </p:cNvPr>
          <p:cNvSpPr txBox="1"/>
          <p:nvPr userDrawn="1"/>
        </p:nvSpPr>
        <p:spPr>
          <a:xfrm>
            <a:off x="381000" y="6611779"/>
            <a:ext cx="23295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2661"/>
                </a:solidFill>
              </a:rPr>
              <a:t>©️ Terillium, Inc. </a:t>
            </a:r>
          </a:p>
        </p:txBody>
      </p:sp>
    </p:spTree>
    <p:extLst>
      <p:ext uri="{BB962C8B-B14F-4D97-AF65-F5344CB8AC3E}">
        <p14:creationId xmlns:p14="http://schemas.microsoft.com/office/powerpoint/2010/main" val="8903827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2086748-56E6-5249-8630-9E9C15B3F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C48348-FBA8-6E4E-96EF-BFE8D675095B}"/>
              </a:ext>
            </a:extLst>
          </p:cNvPr>
          <p:cNvSpPr txBox="1"/>
          <p:nvPr userDrawn="1"/>
        </p:nvSpPr>
        <p:spPr>
          <a:xfrm>
            <a:off x="381000" y="6611779"/>
            <a:ext cx="23295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2661"/>
                </a:solidFill>
              </a:rPr>
              <a:t>©️ Terillium, Inc. </a:t>
            </a:r>
          </a:p>
        </p:txBody>
      </p:sp>
    </p:spTree>
    <p:extLst>
      <p:ext uri="{BB962C8B-B14F-4D97-AF65-F5344CB8AC3E}">
        <p14:creationId xmlns:p14="http://schemas.microsoft.com/office/powerpoint/2010/main" val="22059339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2086748-56E6-5249-8630-9E9C15B3F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C48348-FBA8-6E4E-96EF-BFE8D675095B}"/>
              </a:ext>
            </a:extLst>
          </p:cNvPr>
          <p:cNvSpPr txBox="1"/>
          <p:nvPr userDrawn="1"/>
        </p:nvSpPr>
        <p:spPr>
          <a:xfrm>
            <a:off x="381000" y="6611779"/>
            <a:ext cx="23295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2661"/>
                </a:solidFill>
              </a:rPr>
              <a:t>©️ Terillium, Inc. </a:t>
            </a:r>
          </a:p>
        </p:txBody>
      </p:sp>
    </p:spTree>
    <p:extLst>
      <p:ext uri="{BB962C8B-B14F-4D97-AF65-F5344CB8AC3E}">
        <p14:creationId xmlns:p14="http://schemas.microsoft.com/office/powerpoint/2010/main" val="12750600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2002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 /><Relationship Id="rId3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12.xml" /><Relationship Id="rId1" Type="http://schemas.openxmlformats.org/officeDocument/2006/relationships/slideLayout" Target="../slideLayouts/slideLayout11.xml" /><Relationship Id="rId6" Type="http://schemas.openxmlformats.org/officeDocument/2006/relationships/slideLayout" Target="../slideLayouts/slideLayout16.xml" /><Relationship Id="rId5" Type="http://schemas.openxmlformats.org/officeDocument/2006/relationships/slideLayout" Target="../slideLayouts/slideLayout15.xml" /><Relationship Id="rId10" Type="http://schemas.openxmlformats.org/officeDocument/2006/relationships/theme" Target="../theme/theme2.xml" /><Relationship Id="rId4" Type="http://schemas.openxmlformats.org/officeDocument/2006/relationships/slideLayout" Target="../slideLayouts/slideLayout14.xml" /><Relationship Id="rId9" Type="http://schemas.openxmlformats.org/officeDocument/2006/relationships/slideLayout" Target="../slideLayouts/slideLayout1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27887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1" r:id="rId2"/>
    <p:sldLayoutId id="2147483692" r:id="rId3"/>
    <p:sldLayoutId id="2147483693" r:id="rId4"/>
    <p:sldLayoutId id="2147483694" r:id="rId5"/>
    <p:sldLayoutId id="2147483697" r:id="rId6"/>
    <p:sldLayoutId id="2147483698" r:id="rId7"/>
    <p:sldLayoutId id="2147483699" r:id="rId8"/>
    <p:sldLayoutId id="2147483700" r:id="rId9"/>
    <p:sldLayoutId id="2147483673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rgbClr val="002661"/>
          </a:solidFill>
          <a:latin typeface="Arial" charset="0"/>
          <a:ea typeface="Arial" charset="0"/>
          <a:cs typeface="Arial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444444"/>
          </a:solidFill>
          <a:latin typeface="Arial" charset="0"/>
          <a:ea typeface="Arial" charset="0"/>
          <a:cs typeface="Arial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444444"/>
          </a:solidFill>
          <a:latin typeface="Arial" charset="0"/>
          <a:ea typeface="Arial" charset="0"/>
          <a:cs typeface="Arial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444444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444444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444444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4352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rgbClr val="002661"/>
          </a:solidFill>
          <a:latin typeface="Arial" charset="0"/>
          <a:ea typeface="Arial" charset="0"/>
          <a:cs typeface="Arial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444444"/>
          </a:solidFill>
          <a:latin typeface="Arial" charset="0"/>
          <a:ea typeface="Arial" charset="0"/>
          <a:cs typeface="Arial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444444"/>
          </a:solidFill>
          <a:latin typeface="Arial" charset="0"/>
          <a:ea typeface="Arial" charset="0"/>
          <a:cs typeface="Arial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444444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444444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444444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 /><Relationship Id="rId2" Type="http://schemas.openxmlformats.org/officeDocument/2006/relationships/image" Target="../media/image18.jpeg" /><Relationship Id="rId1" Type="http://schemas.openxmlformats.org/officeDocument/2006/relationships/slideLayout" Target="../slideLayouts/slideLayout10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 /><Relationship Id="rId2" Type="http://schemas.openxmlformats.org/officeDocument/2006/relationships/image" Target="../media/image20.jpg" /><Relationship Id="rId1" Type="http://schemas.openxmlformats.org/officeDocument/2006/relationships/slideLayout" Target="../slideLayouts/slideLayout10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0.xml" /><Relationship Id="rId5" Type="http://schemas.openxmlformats.org/officeDocument/2006/relationships/image" Target="../media/image19.png" /><Relationship Id="rId4" Type="http://schemas.openxmlformats.org/officeDocument/2006/relationships/hyperlink" Target="http://weknowerp.com/" TargetMode="Externa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 /><Relationship Id="rId2" Type="http://schemas.openxmlformats.org/officeDocument/2006/relationships/image" Target="../media/image20.jpg" /><Relationship Id="rId1" Type="http://schemas.openxmlformats.org/officeDocument/2006/relationships/slideLayout" Target="../slideLayouts/slideLayout10.xml" /><Relationship Id="rId4" Type="http://schemas.openxmlformats.org/officeDocument/2006/relationships/image" Target="../media/image22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0.xml" /><Relationship Id="rId5" Type="http://schemas.openxmlformats.org/officeDocument/2006/relationships/image" Target="../media/image19.png" /><Relationship Id="rId4" Type="http://schemas.openxmlformats.org/officeDocument/2006/relationships/hyperlink" Target="http://weknowerp.com/" TargetMode="External" 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 /><Relationship Id="rId13" Type="http://schemas.openxmlformats.org/officeDocument/2006/relationships/image" Target="../media/image34.jpeg" /><Relationship Id="rId18" Type="http://schemas.openxmlformats.org/officeDocument/2006/relationships/image" Target="../media/image39.jpeg" /><Relationship Id="rId26" Type="http://schemas.openxmlformats.org/officeDocument/2006/relationships/image" Target="../media/image47.png" /><Relationship Id="rId39" Type="http://schemas.openxmlformats.org/officeDocument/2006/relationships/image" Target="../media/image60.png" /><Relationship Id="rId3" Type="http://schemas.openxmlformats.org/officeDocument/2006/relationships/image" Target="../media/image24.jpeg" /><Relationship Id="rId21" Type="http://schemas.openxmlformats.org/officeDocument/2006/relationships/image" Target="../media/image42.png" /><Relationship Id="rId34" Type="http://schemas.openxmlformats.org/officeDocument/2006/relationships/image" Target="../media/image55.gif" /><Relationship Id="rId42" Type="http://schemas.openxmlformats.org/officeDocument/2006/relationships/image" Target="../media/image63.png" /><Relationship Id="rId7" Type="http://schemas.openxmlformats.org/officeDocument/2006/relationships/image" Target="../media/image28.png" /><Relationship Id="rId12" Type="http://schemas.openxmlformats.org/officeDocument/2006/relationships/image" Target="../media/image33.jpeg" /><Relationship Id="rId17" Type="http://schemas.openxmlformats.org/officeDocument/2006/relationships/image" Target="../media/image38.jpeg" /><Relationship Id="rId25" Type="http://schemas.openxmlformats.org/officeDocument/2006/relationships/image" Target="../media/image46.png" /><Relationship Id="rId33" Type="http://schemas.openxmlformats.org/officeDocument/2006/relationships/image" Target="../media/image54.jpeg" /><Relationship Id="rId38" Type="http://schemas.openxmlformats.org/officeDocument/2006/relationships/image" Target="../media/image59.jpeg" /><Relationship Id="rId2" Type="http://schemas.openxmlformats.org/officeDocument/2006/relationships/image" Target="../media/image23.jpeg" /><Relationship Id="rId16" Type="http://schemas.openxmlformats.org/officeDocument/2006/relationships/image" Target="../media/image37.jpeg" /><Relationship Id="rId20" Type="http://schemas.openxmlformats.org/officeDocument/2006/relationships/image" Target="../media/image41.jpeg" /><Relationship Id="rId29" Type="http://schemas.openxmlformats.org/officeDocument/2006/relationships/image" Target="../media/image50.png" /><Relationship Id="rId41" Type="http://schemas.openxmlformats.org/officeDocument/2006/relationships/image" Target="../media/image62.png" /><Relationship Id="rId1" Type="http://schemas.openxmlformats.org/officeDocument/2006/relationships/slideLayout" Target="../slideLayouts/slideLayout10.xml" /><Relationship Id="rId6" Type="http://schemas.openxmlformats.org/officeDocument/2006/relationships/image" Target="../media/image27.jpeg" /><Relationship Id="rId11" Type="http://schemas.openxmlformats.org/officeDocument/2006/relationships/image" Target="../media/image32.jpeg" /><Relationship Id="rId24" Type="http://schemas.openxmlformats.org/officeDocument/2006/relationships/image" Target="../media/image45.png" /><Relationship Id="rId32" Type="http://schemas.openxmlformats.org/officeDocument/2006/relationships/image" Target="../media/image53.png" /><Relationship Id="rId37" Type="http://schemas.openxmlformats.org/officeDocument/2006/relationships/image" Target="../media/image58.png" /><Relationship Id="rId40" Type="http://schemas.openxmlformats.org/officeDocument/2006/relationships/image" Target="../media/image61.png" /><Relationship Id="rId5" Type="http://schemas.openxmlformats.org/officeDocument/2006/relationships/image" Target="../media/image26.png" /><Relationship Id="rId15" Type="http://schemas.openxmlformats.org/officeDocument/2006/relationships/image" Target="../media/image36.png" /><Relationship Id="rId23" Type="http://schemas.openxmlformats.org/officeDocument/2006/relationships/image" Target="../media/image44.png" /><Relationship Id="rId28" Type="http://schemas.openxmlformats.org/officeDocument/2006/relationships/image" Target="../media/image49.jpeg" /><Relationship Id="rId36" Type="http://schemas.openxmlformats.org/officeDocument/2006/relationships/image" Target="../media/image57.jpeg" /><Relationship Id="rId10" Type="http://schemas.openxmlformats.org/officeDocument/2006/relationships/image" Target="../media/image31.jpeg" /><Relationship Id="rId19" Type="http://schemas.openxmlformats.org/officeDocument/2006/relationships/image" Target="../media/image40.jpeg" /><Relationship Id="rId31" Type="http://schemas.openxmlformats.org/officeDocument/2006/relationships/image" Target="../media/image52.png" /><Relationship Id="rId4" Type="http://schemas.openxmlformats.org/officeDocument/2006/relationships/image" Target="../media/image25.jpg" /><Relationship Id="rId9" Type="http://schemas.openxmlformats.org/officeDocument/2006/relationships/image" Target="../media/image30.jpeg" /><Relationship Id="rId14" Type="http://schemas.openxmlformats.org/officeDocument/2006/relationships/image" Target="../media/image35.png" /><Relationship Id="rId22" Type="http://schemas.openxmlformats.org/officeDocument/2006/relationships/image" Target="../media/image43.png" /><Relationship Id="rId27" Type="http://schemas.openxmlformats.org/officeDocument/2006/relationships/image" Target="../media/image48.png" /><Relationship Id="rId30" Type="http://schemas.openxmlformats.org/officeDocument/2006/relationships/image" Target="../media/image51.png" /><Relationship Id="rId35" Type="http://schemas.openxmlformats.org/officeDocument/2006/relationships/image" Target="../media/image56.png" /><Relationship Id="rId43" Type="http://schemas.openxmlformats.org/officeDocument/2006/relationships/image" Target="../media/image64.jpeg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 /><Relationship Id="rId1" Type="http://schemas.openxmlformats.org/officeDocument/2006/relationships/slideLayout" Target="../slideLayouts/slideLayout10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 /><Relationship Id="rId7" Type="http://schemas.openxmlformats.org/officeDocument/2006/relationships/image" Target="../media/image71.png" /><Relationship Id="rId2" Type="http://schemas.openxmlformats.org/officeDocument/2006/relationships/image" Target="../media/image66.png" /><Relationship Id="rId1" Type="http://schemas.openxmlformats.org/officeDocument/2006/relationships/slideLayout" Target="../slideLayouts/slideLayout10.xml" /><Relationship Id="rId6" Type="http://schemas.openxmlformats.org/officeDocument/2006/relationships/image" Target="../media/image70.png" /><Relationship Id="rId5" Type="http://schemas.openxmlformats.org/officeDocument/2006/relationships/image" Target="../media/image69.png" /><Relationship Id="rId4" Type="http://schemas.openxmlformats.org/officeDocument/2006/relationships/image" Target="../media/image68.png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9077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2A78508-172A-C64D-A5BD-30A7E04A3F4D}"/>
              </a:ext>
            </a:extLst>
          </p:cNvPr>
          <p:cNvSpPr/>
          <p:nvPr/>
        </p:nvSpPr>
        <p:spPr>
          <a:xfrm>
            <a:off x="0" y="-187568"/>
            <a:ext cx="12192000" cy="7049040"/>
          </a:xfrm>
          <a:prstGeom prst="rect">
            <a:avLst/>
          </a:prstGeom>
          <a:solidFill>
            <a:srgbClr val="002661">
              <a:alpha val="88000"/>
            </a:srgbClr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8926B6-B792-2B4A-BABB-98E3C1A32E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64878" y="4645875"/>
            <a:ext cx="3127602" cy="6950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A79C45-B87A-E844-8CC6-1B1F1A30D8CF}"/>
              </a:ext>
            </a:extLst>
          </p:cNvPr>
          <p:cNvSpPr txBox="1"/>
          <p:nvPr/>
        </p:nvSpPr>
        <p:spPr>
          <a:xfrm>
            <a:off x="0" y="3272874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Your “peace of mind” partner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361C1F-7474-9748-8B78-958ABBB32F1A}"/>
              </a:ext>
            </a:extLst>
          </p:cNvPr>
          <p:cNvSpPr txBox="1"/>
          <p:nvPr/>
        </p:nvSpPr>
        <p:spPr>
          <a:xfrm>
            <a:off x="1" y="2725191"/>
            <a:ext cx="12191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AA7A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Oracle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Cloud | JD Edwards | NetSuite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AAA7A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Consulting</a:t>
            </a:r>
          </a:p>
        </p:txBody>
      </p:sp>
    </p:spTree>
    <p:extLst>
      <p:ext uri="{BB962C8B-B14F-4D97-AF65-F5344CB8AC3E}">
        <p14:creationId xmlns:p14="http://schemas.microsoft.com/office/powerpoint/2010/main" val="2088142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ACCB6A-1FD3-DD42-B6D2-23FE653E8FCC}"/>
              </a:ext>
            </a:extLst>
          </p:cNvPr>
          <p:cNvSpPr/>
          <p:nvPr/>
        </p:nvSpPr>
        <p:spPr>
          <a:xfrm>
            <a:off x="1589" y="-1"/>
            <a:ext cx="12188825" cy="685800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126BB6-3065-C84C-889F-364042701939}"/>
              </a:ext>
            </a:extLst>
          </p:cNvPr>
          <p:cNvSpPr/>
          <p:nvPr/>
        </p:nvSpPr>
        <p:spPr>
          <a:xfrm>
            <a:off x="0" y="-128954"/>
            <a:ext cx="12192000" cy="7288763"/>
          </a:xfrm>
          <a:prstGeom prst="rect">
            <a:avLst/>
          </a:prstGeom>
          <a:solidFill>
            <a:srgbClr val="002661">
              <a:alpha val="60000"/>
            </a:srgbClr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D36EB1-2807-594B-A48B-EAB5FD9026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91814" y="5987828"/>
            <a:ext cx="3127602" cy="6950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16172D-B3B5-EA48-81CB-D8C7D907E548}"/>
              </a:ext>
            </a:extLst>
          </p:cNvPr>
          <p:cNvSpPr txBox="1"/>
          <p:nvPr/>
        </p:nvSpPr>
        <p:spPr>
          <a:xfrm>
            <a:off x="1588" y="2099593"/>
            <a:ext cx="1218882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Celebrating </a:t>
            </a: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28</a:t>
            </a: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years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Established in 1994</a:t>
            </a:r>
          </a:p>
        </p:txBody>
      </p:sp>
    </p:spTree>
    <p:extLst>
      <p:ext uri="{BB962C8B-B14F-4D97-AF65-F5344CB8AC3E}">
        <p14:creationId xmlns:p14="http://schemas.microsoft.com/office/powerpoint/2010/main" val="842463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4E4803E-C2D8-7E48-AE32-C493545A115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661">
              <a:alpha val="75000"/>
            </a:srgbClr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Rectangle 2">
            <a:hlinkClick r:id="rId4"/>
          </p:cNvPr>
          <p:cNvSpPr/>
          <p:nvPr/>
        </p:nvSpPr>
        <p:spPr>
          <a:xfrm>
            <a:off x="9777984" y="6230112"/>
            <a:ext cx="2255520" cy="536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331913"/>
            <a:ext cx="9305925" cy="3305175"/>
          </a:xfrm>
        </p:spPr>
        <p:txBody>
          <a:bodyPr>
            <a:noAutofit/>
          </a:bodyPr>
          <a:lstStyle/>
          <a:p>
            <a:pPr algn="r"/>
            <a:br>
              <a:rPr lang="en-US" sz="4000" dirty="0">
                <a:solidFill>
                  <a:schemeClr val="bg1"/>
                </a:solidFill>
              </a:rPr>
            </a:b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B8CCC0-1274-1247-9291-FAEDFAA2F994}"/>
              </a:ext>
            </a:extLst>
          </p:cNvPr>
          <p:cNvSpPr txBox="1"/>
          <p:nvPr/>
        </p:nvSpPr>
        <p:spPr>
          <a:xfrm>
            <a:off x="2652098" y="2049071"/>
            <a:ext cx="112103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0" b="1" dirty="0">
                <a:solidFill>
                  <a:srgbClr val="FFFFFF"/>
                </a:solidFill>
                <a:latin typeface="Arial" panose="020B0604020202020204" pitchFamily="34" charset="0"/>
                <a:ea typeface="Arial Narrow" charset="0"/>
                <a:cs typeface="Arial" panose="020B0604020202020204" pitchFamily="34" charset="0"/>
              </a:rPr>
              <a:t>20</a:t>
            </a: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 Narrow" charset="0"/>
                <a:cs typeface="Arial" panose="020B0604020202020204" pitchFamily="34" charset="0"/>
              </a:rPr>
              <a:t>0+ full-time</a:t>
            </a:r>
            <a:endParaRPr kumimoji="0" 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5A1CD3-A33A-B34D-9484-71FCFC4655D9}"/>
              </a:ext>
            </a:extLst>
          </p:cNvPr>
          <p:cNvSpPr/>
          <p:nvPr/>
        </p:nvSpPr>
        <p:spPr>
          <a:xfrm>
            <a:off x="2795814" y="3137820"/>
            <a:ext cx="774088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employees across the U.S. with an average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of 16+ years experience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AB972C4-791E-EC44-857D-52F4E5EC4FE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891814" y="5987828"/>
            <a:ext cx="3127602" cy="695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344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ACCB6A-1FD3-DD42-B6D2-23FE653E8FCC}"/>
              </a:ext>
            </a:extLst>
          </p:cNvPr>
          <p:cNvSpPr/>
          <p:nvPr/>
        </p:nvSpPr>
        <p:spPr>
          <a:xfrm>
            <a:off x="0" y="-1"/>
            <a:ext cx="12188825" cy="685800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924522-3337-E942-A372-7B9E7084FF4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661">
              <a:alpha val="68000"/>
            </a:srgbClr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D36EB1-2807-594B-A48B-EAB5FD9026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91814" y="5987828"/>
            <a:ext cx="3127602" cy="6950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EBBB94-3C82-664A-A766-1F3B63399E5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31677" y="3480029"/>
            <a:ext cx="3127602" cy="404748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7CB7203-52A4-8347-89E1-DA06F6DFF8B3}"/>
              </a:ext>
            </a:extLst>
          </p:cNvPr>
          <p:cNvSpPr txBox="1">
            <a:spLocks/>
          </p:cNvSpPr>
          <p:nvPr/>
        </p:nvSpPr>
        <p:spPr>
          <a:xfrm>
            <a:off x="4552204" y="2176214"/>
            <a:ext cx="5969754" cy="250557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rgbClr val="00266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99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charset="0"/>
                <a:ea typeface="Arial Narrow" charset="0"/>
                <a:cs typeface="Arial Narrow" charset="0"/>
              </a:rPr>
              <a:t>Oracle Partner </a:t>
            </a:r>
            <a:br>
              <a:rPr kumimoji="0" lang="en-US" sz="599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charset="0"/>
                <a:ea typeface="Arial Narrow" charset="0"/>
                <a:cs typeface="Arial Narrow" charset="0"/>
              </a:rPr>
            </a:br>
            <a:r>
              <a:rPr kumimoji="0" lang="en-US" sz="599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charset="0"/>
                <a:ea typeface="Arial Narrow" charset="0"/>
                <a:cs typeface="Arial Narrow" charset="0"/>
              </a:rPr>
              <a:t>Excellence Awards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657F41-1F23-B946-A3B7-FE13230FEA95}"/>
              </a:ext>
            </a:extLst>
          </p:cNvPr>
          <p:cNvSpPr txBox="1"/>
          <p:nvPr/>
        </p:nvSpPr>
        <p:spPr>
          <a:xfrm>
            <a:off x="2374976" y="1748060"/>
            <a:ext cx="3739753" cy="2553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99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charset="0"/>
                <a:ea typeface="Arial Narrow" charset="0"/>
                <a:cs typeface="Arial Narrow" charset="0"/>
              </a:rPr>
              <a:t>19</a:t>
            </a:r>
            <a:endParaRPr kumimoji="0" lang="en-US" sz="1599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4935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4E4803E-C2D8-7E48-AE32-C493545A115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661">
              <a:alpha val="75000"/>
            </a:srgbClr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Rectangle 2">
            <a:hlinkClick r:id="rId4"/>
          </p:cNvPr>
          <p:cNvSpPr/>
          <p:nvPr/>
        </p:nvSpPr>
        <p:spPr>
          <a:xfrm>
            <a:off x="9777984" y="6230112"/>
            <a:ext cx="2255520" cy="536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331913"/>
            <a:ext cx="9305925" cy="3305175"/>
          </a:xfrm>
        </p:spPr>
        <p:txBody>
          <a:bodyPr>
            <a:noAutofit/>
          </a:bodyPr>
          <a:lstStyle/>
          <a:p>
            <a:pPr algn="r"/>
            <a:br>
              <a:rPr lang="en-US" sz="4000" dirty="0">
                <a:solidFill>
                  <a:schemeClr val="bg1"/>
                </a:solidFill>
              </a:rPr>
            </a:b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B8CCC0-1274-1247-9291-FAEDFAA2F994}"/>
              </a:ext>
            </a:extLst>
          </p:cNvPr>
          <p:cNvSpPr txBox="1"/>
          <p:nvPr/>
        </p:nvSpPr>
        <p:spPr>
          <a:xfrm>
            <a:off x="2652098" y="2049071"/>
            <a:ext cx="112103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 Narrow" charset="0"/>
                <a:cs typeface="Arial" panose="020B0604020202020204" pitchFamily="34" charset="0"/>
              </a:rPr>
              <a:t>700+ clients</a:t>
            </a:r>
            <a:endParaRPr kumimoji="0" 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5A1CD3-A33A-B34D-9484-71FCFC4655D9}"/>
              </a:ext>
            </a:extLst>
          </p:cNvPr>
          <p:cNvSpPr/>
          <p:nvPr/>
        </p:nvSpPr>
        <p:spPr>
          <a:xfrm>
            <a:off x="2795814" y="3132579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across the U.S. have chosen Terillium as their trusted advisor and ERP consulting partner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AB972C4-791E-EC44-857D-52F4E5EC4FE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891814" y="5987828"/>
            <a:ext cx="3127602" cy="695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594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7">
            <a:extLst>
              <a:ext uri="{FF2B5EF4-FFF2-40B4-BE49-F238E27FC236}">
                <a16:creationId xmlns:a16="http://schemas.microsoft.com/office/drawing/2014/main" id="{5E3575E0-F2BD-1442-B8EA-35D43FFFE79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5934" y="4536295"/>
            <a:ext cx="1357818" cy="1357818"/>
          </a:xfrm>
          <a:prstGeom prst="rect">
            <a:avLst/>
          </a:prstGeom>
        </p:spPr>
      </p:pic>
      <p:pic>
        <p:nvPicPr>
          <p:cNvPr id="11" name="Picture 2" descr="http://www.numax.com/Senco.jp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47012" y="2125400"/>
            <a:ext cx="1070219" cy="46046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588262" y="2957524"/>
            <a:ext cx="2038240" cy="69002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8015" y="3118495"/>
            <a:ext cx="1446689" cy="33965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E88C4BA-949A-1B4E-B2DC-A4D7EECE6895}"/>
              </a:ext>
            </a:extLst>
          </p:cNvPr>
          <p:cNvSpPr txBox="1"/>
          <p:nvPr/>
        </p:nvSpPr>
        <p:spPr>
          <a:xfrm>
            <a:off x="320195" y="656397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04943C3-995C-AA42-A911-C51F3670A3AB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5081" y="2140467"/>
            <a:ext cx="998865" cy="50216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088D803-8D86-A24B-A92B-F325CB127723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5640" y="4200374"/>
            <a:ext cx="1198369" cy="30908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719E179-B61F-2D44-A050-977993BE1E04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19232" y="4936218"/>
            <a:ext cx="1248247" cy="55797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A9AEAB15-77E2-3B4B-9224-8C6BD8B849F5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10152" y="4050470"/>
            <a:ext cx="749483" cy="51445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20969DE-5956-CB4F-92B3-030C2CE23C32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26502" y="4138206"/>
            <a:ext cx="1828800" cy="4191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47D34A0-01F2-B245-89EE-D9C330C1580B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18455" y="3213515"/>
            <a:ext cx="1645574" cy="209231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71EBE624-0FB4-A840-85C4-A3BFF393626D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13689" y="1214414"/>
            <a:ext cx="1016000" cy="48213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F0BA1BD-8EA7-5543-B3A4-7DF2D4119FB9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3915" y="513403"/>
            <a:ext cx="1553325" cy="46631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F0A5CEF-5845-644A-ACE5-215E4B07F3BB}"/>
              </a:ext>
            </a:extLst>
          </p:cNvPr>
          <p:cNvPicPr>
            <a:picLocks noChangeAspect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206" y="5720393"/>
            <a:ext cx="1028556" cy="685704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670D2197-FD4C-A242-8981-5210894C2899}"/>
              </a:ext>
            </a:extLst>
          </p:cNvPr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32952" y="4985354"/>
            <a:ext cx="1070219" cy="47777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63F544AA-2F27-9243-A5BB-E3B7EE6000FD}"/>
              </a:ext>
            </a:extLst>
          </p:cNvPr>
          <p:cNvPicPr>
            <a:picLocks noChangeAspect="1"/>
          </p:cNvPicPr>
          <p:nvPr/>
        </p:nvPicPr>
        <p:blipFill rotWithShape="1"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465177" y="4901272"/>
            <a:ext cx="1100002" cy="56770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51FD271-2525-974B-B815-2251E4E1824B}"/>
              </a:ext>
            </a:extLst>
          </p:cNvPr>
          <p:cNvPicPr>
            <a:picLocks noChangeAspect="1"/>
          </p:cNvPicPr>
          <p:nvPr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5956" y="4992186"/>
            <a:ext cx="1088856" cy="50200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446CFAF-F269-3248-9CA2-79456BABBCDC}"/>
              </a:ext>
            </a:extLst>
          </p:cNvPr>
          <p:cNvPicPr>
            <a:picLocks noChangeAspect="1"/>
          </p:cNvPicPr>
          <p:nvPr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65029" y="2073101"/>
            <a:ext cx="756655" cy="497152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451D44BE-0593-AD45-9FC1-9700D1A22719}"/>
              </a:ext>
            </a:extLst>
          </p:cNvPr>
          <p:cNvPicPr>
            <a:picLocks noChangeAspect="1"/>
          </p:cNvPicPr>
          <p:nvPr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17530" y="1177238"/>
            <a:ext cx="642105" cy="55649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50CD52F3-154F-2848-BC5D-2ADA2DA5A1D1}"/>
              </a:ext>
            </a:extLst>
          </p:cNvPr>
          <p:cNvPicPr>
            <a:picLocks noChangeAspect="1"/>
          </p:cNvPicPr>
          <p:nvPr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4826" y="1257317"/>
            <a:ext cx="1002376" cy="414776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A9839BAD-1195-414E-8FB3-CFF26838D3E3}"/>
              </a:ext>
            </a:extLst>
          </p:cNvPr>
          <p:cNvPicPr>
            <a:picLocks noChangeAspect="1"/>
          </p:cNvPicPr>
          <p:nvPr/>
        </p:nvPicPr>
        <p:blipFill rotWithShape="1">
          <a:blip r:embed="rId2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127" b="25127"/>
          <a:stretch/>
        </p:blipFill>
        <p:spPr>
          <a:xfrm>
            <a:off x="4711238" y="4094330"/>
            <a:ext cx="1905000" cy="473826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ED178A93-01A3-2843-8635-3878719EAB4C}"/>
              </a:ext>
            </a:extLst>
          </p:cNvPr>
          <p:cNvPicPr>
            <a:picLocks noChangeAspect="1"/>
          </p:cNvPicPr>
          <p:nvPr/>
        </p:nvPicPr>
        <p:blipFill rotWithShape="1"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77323" y="5879523"/>
            <a:ext cx="1560533" cy="473826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AFC89077-1E17-8B4C-940B-755629C976EB}"/>
              </a:ext>
            </a:extLst>
          </p:cNvPr>
          <p:cNvPicPr>
            <a:picLocks noChangeAspect="1"/>
          </p:cNvPicPr>
          <p:nvPr/>
        </p:nvPicPr>
        <p:blipFill>
          <a:blip r:embed="rId2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12140" y="6036992"/>
            <a:ext cx="1041206" cy="289224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D88623E2-376C-A84E-A304-C468B04F39A0}"/>
              </a:ext>
            </a:extLst>
          </p:cNvPr>
          <p:cNvPicPr>
            <a:picLocks noChangeAspect="1"/>
          </p:cNvPicPr>
          <p:nvPr/>
        </p:nvPicPr>
        <p:blipFill>
          <a:blip r:embed="rId2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24496" y="607492"/>
            <a:ext cx="1041309" cy="242972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D7F4921B-B9A8-8D44-B3D2-C719E29A4094}"/>
              </a:ext>
            </a:extLst>
          </p:cNvPr>
          <p:cNvPicPr>
            <a:picLocks noChangeAspect="1"/>
          </p:cNvPicPr>
          <p:nvPr/>
        </p:nvPicPr>
        <p:blipFill>
          <a:blip r:embed="rId2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28579" y="3086342"/>
            <a:ext cx="1072419" cy="357473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33CA4597-E6C4-7144-B563-1C5EC2B57466}"/>
              </a:ext>
            </a:extLst>
          </p:cNvPr>
          <p:cNvPicPr>
            <a:picLocks noChangeAspect="1"/>
          </p:cNvPicPr>
          <p:nvPr/>
        </p:nvPicPr>
        <p:blipFill rotWithShape="1">
          <a:blip r:embed="rId2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12006" y="354210"/>
            <a:ext cx="1367905" cy="58883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1A04729B-E433-1442-9A8C-2A04AB459063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98363" y="3102479"/>
            <a:ext cx="992447" cy="290465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2BE6229F-A35E-824F-AEA6-7C13F6D5AB8A}"/>
              </a:ext>
            </a:extLst>
          </p:cNvPr>
          <p:cNvPicPr>
            <a:picLocks noChangeAspect="1"/>
          </p:cNvPicPr>
          <p:nvPr/>
        </p:nvPicPr>
        <p:blipFill>
          <a:blip r:embed="rId2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49543" y="1126810"/>
            <a:ext cx="1127869" cy="611389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23B4FF64-7648-2346-8910-3E7C27C747B4}"/>
              </a:ext>
            </a:extLst>
          </p:cNvPr>
          <p:cNvPicPr>
            <a:picLocks noChangeAspect="1"/>
          </p:cNvPicPr>
          <p:nvPr/>
        </p:nvPicPr>
        <p:blipFill>
          <a:blip r:embed="rId2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78532" y="290457"/>
            <a:ext cx="836353" cy="836353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BA8FCAFB-22B3-5C41-BFDA-14BEF51D84F4}"/>
              </a:ext>
            </a:extLst>
          </p:cNvPr>
          <p:cNvPicPr>
            <a:picLocks noChangeAspect="1"/>
          </p:cNvPicPr>
          <p:nvPr/>
        </p:nvPicPr>
        <p:blipFill>
          <a:blip r:embed="rId3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6100" y="444485"/>
            <a:ext cx="769043" cy="528299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1A3179B-7B04-494B-B8A1-60D8C5A4E955}"/>
              </a:ext>
            </a:extLst>
          </p:cNvPr>
          <p:cNvPicPr>
            <a:picLocks noChangeAspect="1"/>
          </p:cNvPicPr>
          <p:nvPr/>
        </p:nvPicPr>
        <p:blipFill>
          <a:blip r:embed="rId3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06799" y="2112198"/>
            <a:ext cx="1169417" cy="415636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2651686A-9E3A-FA45-BA57-A971979812F8}"/>
              </a:ext>
            </a:extLst>
          </p:cNvPr>
          <p:cNvPicPr>
            <a:picLocks noChangeAspect="1"/>
          </p:cNvPicPr>
          <p:nvPr/>
        </p:nvPicPr>
        <p:blipFill>
          <a:blip r:embed="rId3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13689" y="4153032"/>
            <a:ext cx="1539931" cy="356423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34F10BDB-6777-614A-9B0C-AFE93697DB4C}"/>
              </a:ext>
            </a:extLst>
          </p:cNvPr>
          <p:cNvPicPr>
            <a:picLocks noChangeAspect="1"/>
          </p:cNvPicPr>
          <p:nvPr/>
        </p:nvPicPr>
        <p:blipFill rotWithShape="1">
          <a:blip r:embed="rId3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06799" y="3956531"/>
            <a:ext cx="1270000" cy="473826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CA6FAE0D-7C48-784E-A5E2-E4F13ABFF544}"/>
              </a:ext>
            </a:extLst>
          </p:cNvPr>
          <p:cNvPicPr>
            <a:picLocks noChangeAspect="1"/>
          </p:cNvPicPr>
          <p:nvPr/>
        </p:nvPicPr>
        <p:blipFill>
          <a:blip r:embed="rId3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50128" y="1248359"/>
            <a:ext cx="1023413" cy="370378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055FAD4A-7D1F-B241-B707-644A16A80C14}"/>
              </a:ext>
            </a:extLst>
          </p:cNvPr>
          <p:cNvPicPr>
            <a:picLocks noChangeAspect="1"/>
          </p:cNvPicPr>
          <p:nvPr/>
        </p:nvPicPr>
        <p:blipFill>
          <a:blip r:embed="rId3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9342" y="2970396"/>
            <a:ext cx="1305999" cy="550791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62D62879-A095-FF49-B753-3A8314DF1958}"/>
              </a:ext>
            </a:extLst>
          </p:cNvPr>
          <p:cNvPicPr>
            <a:picLocks noChangeAspect="1"/>
          </p:cNvPicPr>
          <p:nvPr/>
        </p:nvPicPr>
        <p:blipFill rotWithShape="1">
          <a:blip r:embed="rId3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06339" y="2162906"/>
            <a:ext cx="1344634" cy="414776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7296209E-0F21-494E-B46D-3C4838D66000}"/>
              </a:ext>
            </a:extLst>
          </p:cNvPr>
          <p:cNvPicPr>
            <a:picLocks noChangeAspect="1"/>
          </p:cNvPicPr>
          <p:nvPr/>
        </p:nvPicPr>
        <p:blipFill rotWithShape="1">
          <a:blip r:embed="rId3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0776" y="1344360"/>
            <a:ext cx="946898" cy="390467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12A745B5-6E20-E641-A693-5878CA4E01E4}"/>
              </a:ext>
            </a:extLst>
          </p:cNvPr>
          <p:cNvPicPr>
            <a:picLocks noChangeAspect="1"/>
          </p:cNvPicPr>
          <p:nvPr/>
        </p:nvPicPr>
        <p:blipFill>
          <a:blip r:embed="rId3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43330" y="2158738"/>
            <a:ext cx="1378874" cy="364734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01CC51D9-0D37-A34D-B715-6D396EDD5754}"/>
              </a:ext>
            </a:extLst>
          </p:cNvPr>
          <p:cNvPicPr>
            <a:picLocks noChangeAspect="1"/>
          </p:cNvPicPr>
          <p:nvPr/>
        </p:nvPicPr>
        <p:blipFill>
          <a:blip r:embed="rId3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33558" y="558331"/>
            <a:ext cx="972666" cy="324222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74DAAB77-C9C9-BA4F-8FDF-24155399A236}"/>
              </a:ext>
            </a:extLst>
          </p:cNvPr>
          <p:cNvPicPr>
            <a:picLocks noChangeAspect="1"/>
          </p:cNvPicPr>
          <p:nvPr/>
        </p:nvPicPr>
        <p:blipFill rotWithShape="1">
          <a:blip r:embed="rId4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87065" y="5897882"/>
            <a:ext cx="990552" cy="471714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FCBFB56B-C8F6-524F-8B8C-D904D6CA883B}"/>
              </a:ext>
            </a:extLst>
          </p:cNvPr>
          <p:cNvPicPr>
            <a:picLocks noChangeAspect="1"/>
          </p:cNvPicPr>
          <p:nvPr/>
        </p:nvPicPr>
        <p:blipFill>
          <a:blip r:embed="rId4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1199" y="5079580"/>
            <a:ext cx="1567378" cy="364905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C9BCD9B3-BA3E-A943-8EE5-9BD950FFDA51}"/>
              </a:ext>
            </a:extLst>
          </p:cNvPr>
          <p:cNvPicPr>
            <a:picLocks noChangeAspect="1"/>
          </p:cNvPicPr>
          <p:nvPr/>
        </p:nvPicPr>
        <p:blipFill>
          <a:blip r:embed="rId4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6817" y="5879523"/>
            <a:ext cx="1145150" cy="507878"/>
          </a:xfrm>
          <a:prstGeom prst="rect">
            <a:avLst/>
          </a:prstGeom>
        </p:spPr>
      </p:pic>
      <p:pic>
        <p:nvPicPr>
          <p:cNvPr id="66" name="Picture 65" descr="A drawing of a face&#10;&#10;Description automatically generated">
            <a:extLst>
              <a:ext uri="{FF2B5EF4-FFF2-40B4-BE49-F238E27FC236}">
                <a16:creationId xmlns:a16="http://schemas.microsoft.com/office/drawing/2014/main" id="{F604EFB0-D9AA-4743-929F-E3C9C34DA09E}"/>
              </a:ext>
            </a:extLst>
          </p:cNvPr>
          <p:cNvPicPr>
            <a:picLocks noChangeAspect="1"/>
          </p:cNvPicPr>
          <p:nvPr/>
        </p:nvPicPr>
        <p:blipFill>
          <a:blip r:embed="rId4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90547" y="5936998"/>
            <a:ext cx="1357818" cy="404034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-174316" y="126184"/>
            <a:ext cx="12192000" cy="6635262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730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45D4C0-9AB8-174E-A4D6-57D38A93D8A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27434" y="2971281"/>
            <a:ext cx="7464893" cy="1974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470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8">
            <a:extLst>
              <a:ext uri="{FF2B5EF4-FFF2-40B4-BE49-F238E27FC236}">
                <a16:creationId xmlns:a16="http://schemas.microsoft.com/office/drawing/2014/main" id="{E1750109-3B91-4506-B997-0CD8E35A14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Rectangle 20">
            <a:extLst>
              <a:ext uri="{FF2B5EF4-FFF2-40B4-BE49-F238E27FC236}">
                <a16:creationId xmlns:a16="http://schemas.microsoft.com/office/drawing/2014/main" id="{E72D8D1B-59F6-4FF3-8547-9BBB6129F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331" y="480060"/>
            <a:ext cx="3442553" cy="278807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B57B8E7-1331-2B41-AFC6-00C8F8253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49" y="741712"/>
            <a:ext cx="3122143" cy="2279163"/>
          </a:xfrm>
          <a:prstGeom prst="rect">
            <a:avLst/>
          </a:prstGeom>
        </p:spPr>
      </p:pic>
      <p:sp>
        <p:nvSpPr>
          <p:cNvPr id="18" name="Rectangle 22">
            <a:extLst>
              <a:ext uri="{FF2B5EF4-FFF2-40B4-BE49-F238E27FC236}">
                <a16:creationId xmlns:a16="http://schemas.microsoft.com/office/drawing/2014/main" id="{2C444748-5A8D-4B53-89FE-42B455DFA2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5618" y="487090"/>
            <a:ext cx="3588171" cy="278104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20F19D-D5C8-9D42-B9B7-D793EF079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676" y="788873"/>
            <a:ext cx="3252903" cy="2191870"/>
          </a:xfrm>
          <a:prstGeom prst="rect">
            <a:avLst/>
          </a:prstGeom>
        </p:spPr>
      </p:pic>
      <p:sp>
        <p:nvSpPr>
          <p:cNvPr id="20" name="Rectangle 24">
            <a:extLst>
              <a:ext uri="{FF2B5EF4-FFF2-40B4-BE49-F238E27FC236}">
                <a16:creationId xmlns:a16="http://schemas.microsoft.com/office/drawing/2014/main" id="{14044C96-7CFD-44DB-A579-D77B0D37C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5998" y="487090"/>
            <a:ext cx="3588174" cy="278104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DA851E-86D9-254B-83FD-D4E0A96ED9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5439" y="717830"/>
            <a:ext cx="3089060" cy="2333957"/>
          </a:xfrm>
          <a:prstGeom prst="rect">
            <a:avLst/>
          </a:prstGeom>
        </p:spPr>
      </p:pic>
      <p:sp>
        <p:nvSpPr>
          <p:cNvPr id="22" name="Rectangle 26">
            <a:extLst>
              <a:ext uri="{FF2B5EF4-FFF2-40B4-BE49-F238E27FC236}">
                <a16:creationId xmlns:a16="http://schemas.microsoft.com/office/drawing/2014/main" id="{8FC8C21F-9484-4A71-ABFA-6C10682FA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331" y="3603670"/>
            <a:ext cx="3442553" cy="278807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C4035FE-57E7-6E45-AB33-144B2B4BC0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825" y="3886155"/>
            <a:ext cx="3252392" cy="2195708"/>
          </a:xfrm>
          <a:prstGeom prst="rect">
            <a:avLst/>
          </a:prstGeom>
        </p:spPr>
      </p:pic>
      <p:sp>
        <p:nvSpPr>
          <p:cNvPr id="24" name="Rectangle 28">
            <a:extLst>
              <a:ext uri="{FF2B5EF4-FFF2-40B4-BE49-F238E27FC236}">
                <a16:creationId xmlns:a16="http://schemas.microsoft.com/office/drawing/2014/main" id="{F4FFA271-A10A-4AC3-8F06-E3313A197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9502" y="3603670"/>
            <a:ext cx="3601167" cy="278807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" name="Rectangle 30">
            <a:extLst>
              <a:ext uri="{FF2B5EF4-FFF2-40B4-BE49-F238E27FC236}">
                <a16:creationId xmlns:a16="http://schemas.microsoft.com/office/drawing/2014/main" id="{7F9FE375-3674-4B26-B67B-30AFAF78C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5618" y="3610700"/>
            <a:ext cx="3588171" cy="278104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EE2D17F8-3810-4141-8E8A-CB87A8A073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5433" y="4058092"/>
            <a:ext cx="3217333" cy="19223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5BD8D0E-F03D-AE4D-8F31-57A9AD165D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7498" y="3872568"/>
            <a:ext cx="3104943" cy="2229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915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5EE8F-0481-0B45-B32B-6C319E22C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329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96AB6-7E79-8B43-BEDA-C20464D00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386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13C2A-D37B-9540-A815-5BA857E8B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052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9B88A-BC46-404E-B8AE-A4D152D9F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2456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38852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17E4C-6A6D-C248-A6F6-D4DB8C652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8388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DDB5E-5BA3-FB4A-8302-24E6F78F4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0562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7720E-DD67-6845-96F4-1FCD6F611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3554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8D2CB-3FF9-584F-9CFA-731826587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7048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CA67D-3921-F740-A343-DD89C7C20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4867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B38F7-A080-9F40-8FBE-8D747D83A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856225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56E3BB5890324CA2291B636AC9E7BF" ma:contentTypeVersion="11" ma:contentTypeDescription="Create a new document." ma:contentTypeScope="" ma:versionID="7992a7e9c3d5e5dd8c3915de5407eed9">
  <xsd:schema xmlns:xsd="http://www.w3.org/2001/XMLSchema" xmlns:xs="http://www.w3.org/2001/XMLSchema" xmlns:p="http://schemas.microsoft.com/office/2006/metadata/properties" xmlns:ns2="5049bad9-44de-4e6d-a349-56f58c0e0741" xmlns:ns3="60c32f66-8dc7-4130-bd5f-cda4521f2026" targetNamespace="http://schemas.microsoft.com/office/2006/metadata/properties" ma:root="true" ma:fieldsID="88997820634fca534426f3754a194e17" ns2:_="" ns3:_="">
    <xsd:import namespace="5049bad9-44de-4e6d-a349-56f58c0e0741"/>
    <xsd:import namespace="60c32f66-8dc7-4130-bd5f-cda4521f202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ingHintHash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49bad9-44de-4e6d-a349-56f58c0e074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9" nillable="true" ma:displayName="Sharing Hint Hash" ma:internalName="SharingHintHash" ma:readOnly="true">
      <xsd:simpleType>
        <xsd:restriction base="dms:Text"/>
      </xsd:simpleType>
    </xsd:element>
    <xsd:element name="SharedWithDetails" ma:index="10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c32f66-8dc7-4130-bd5f-cda4521f20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056F37B-30C0-4710-94C8-1C6B94E387A5}">
  <ds:schemaRefs>
    <ds:schemaRef ds:uri="http://schemas.microsoft.com/office/2006/metadata/properties"/>
    <ds:schemaRef ds:uri="http://www.w3.org/2000/xmlns/"/>
  </ds:schemaRefs>
</ds:datastoreItem>
</file>

<file path=customXml/itemProps2.xml><?xml version="1.0" encoding="utf-8"?>
<ds:datastoreItem xmlns:ds="http://schemas.openxmlformats.org/officeDocument/2006/customXml" ds:itemID="{39F2C9D1-0D03-4AA8-9B5D-CEA2682EA7C3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49bad9-44de-4e6d-a349-56f58c0e0741"/>
    <ds:schemaRef ds:uri="60c32f66-8dc7-4130-bd5f-cda4521f2026"/>
  </ds:schemaRefs>
</ds:datastoreItem>
</file>

<file path=customXml/itemProps3.xml><?xml version="1.0" encoding="utf-8"?>
<ds:datastoreItem xmlns:ds="http://schemas.openxmlformats.org/officeDocument/2006/customXml" ds:itemID="{09EB513D-E22B-4596-8AE8-FDDE86CB29F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377</TotalTime>
  <Words>70</Words>
  <Application>Microsoft Office PowerPoint</Application>
  <PresentationFormat>Widescreen</PresentationFormat>
  <Paragraphs>16</Paragraphs>
  <Slides>20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2_Office Theme</vt:lpstr>
      <vt:lpstr>4_Office Theme</vt:lpstr>
      <vt:lpstr>PowerPoint Presentation</vt:lpstr>
      <vt:lpstr>PowerPoint Presentation</vt:lpstr>
      <vt:lpstr>PowerPoint Presentation</vt:lpstr>
      <vt:lpstr> 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Laurel Nock</dc:creator>
  <cp:lastModifiedBy>Robert Chambliss</cp:lastModifiedBy>
  <cp:revision>5</cp:revision>
  <dcterms:created xsi:type="dcterms:W3CDTF">2019-08-01T17:06:18Z</dcterms:created>
  <dcterms:modified xsi:type="dcterms:W3CDTF">2025-05-19T01:06:09Z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0x010100AA56E3BB5890324CA2291B636AC9E7BF</vt:lpwstr>
  </property>
</Properties>
</file>